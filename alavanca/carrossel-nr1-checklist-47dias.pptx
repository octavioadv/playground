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6400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24B4A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640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NR-1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791870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pPr indent="0" marL="0">
              <a:buNone/>
            </a:pPr>
            <a:r>
              <a:rPr lang="en-US" sz="4400" b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12648" y="3474720"/>
            <a:ext cx="79187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empresa está pronta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NR-1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12648" y="5669280"/>
            <a:ext cx="7918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passos para incluir riscos psicossociais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PGR antes de 26 de maio.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10332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1033272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Deslize para ver o checklist 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12648" y="1005840"/>
            <a:ext cx="7918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MTE confirmou:
</a:t>
            </a:r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adiamento.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12648" y="274320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26/mai/2026, o PGR precisa incluir riscos psicossociais. O Manual Oficial saiu em 07/04. Quem não se adequar, leva multa.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12648" y="411480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7F2EA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546 mil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12648" y="4892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afastamentos por saúde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em 2025 (recorde)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411480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R$ 44 mil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01568" y="4892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por infração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(teto NR-28)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411480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7F2EA"/>
          </a:solidFill>
          <a:ln/>
        </p:spPr>
      </p:sp>
      <p:sp>
        <p:nvSpPr>
          <p:cNvPr id="13" name="Text 11"/>
          <p:cNvSpPr/>
          <p:nvPr/>
        </p:nvSpPr>
        <p:spPr>
          <a:xfrm>
            <a:off x="6190488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mil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90488" y="4892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afastamentos em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Minas Gerais (2º estado)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" y="64008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6400800"/>
            <a:ext cx="54864" cy="82296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008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Ministro Marinho confirmou: a NR-1 entra em vigor em maio, sem novo adiamento.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de 08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DE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749808" cy="749808"/>
          </a:xfrm>
          <a:prstGeom prst="roundRect">
            <a:avLst>
              <a:gd name="adj" fmla="val 2439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0972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976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 os dados que você </a:t>
            </a:r>
            <a:pPr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tem</a:t>
            </a:r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7918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qualquer questionário, olhe o que sua empresa já registra: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32841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Afastamentos por CID F (transtornos mentais)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83133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Absenteísmo e rotatividade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433425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 de CIPA e reclamações internas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83717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709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Reclamações trabalhistas (histórico)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54864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5486400"/>
            <a:ext cx="54864" cy="82296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4864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começar do zero. O diagnóstico começa no que já existe.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de 08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DE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749808" cy="749808"/>
          </a:xfrm>
          <a:prstGeom prst="roundRect">
            <a:avLst>
              <a:gd name="adj" fmla="val 2439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0972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976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Aplique um questionário </a:t>
            </a:r>
            <a:pPr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</a:t>
            </a:r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7918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que o fiscal aceita: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14553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COPSOQ III</a:t>
            </a:r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versão reduzida já atende PMEs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JCQ</a:t>
            </a:r>
            <a:pPr indent="0" marL="0">
              <a:buNone/>
            </a:pPr>
            <a:r>
              <a:rPr lang="en-US" sz="18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(Job Content Questionnaire)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45720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4572000"/>
            <a:ext cx="54864" cy="8229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720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anonimato, ninguém reporta assédio. Use ferramenta online ou urna física.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de 08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DE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749808" cy="749808"/>
          </a:xfrm>
          <a:prstGeom prst="roundRect">
            <a:avLst>
              <a:gd name="adj" fmla="val 2439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0972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976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inventário + plano de ação </a:t>
            </a:r>
            <a:pPr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PGR</a:t>
            </a:r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7918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risco, documentar: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14553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Gravidade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prevista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415137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65429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54864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5486400"/>
            <a:ext cx="54864" cy="82296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4864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no PGR que já existe — não é documento separado.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de 08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 DE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749808" cy="749808"/>
          </a:xfrm>
          <a:prstGeom prst="roundRect">
            <a:avLst>
              <a:gd name="adj" fmla="val 2439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0972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976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Integre com o </a:t>
            </a:r>
            <a:pPr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PCMSO</a:t>
            </a:r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7918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médico do trabalho precisa conhecer os riscos psicossociais identificados para ajustar exames e condutas.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" y="36576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3657600"/>
            <a:ext cx="54864" cy="82296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 e PCMSO conversam — não podem ser gavetas separadas.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de 08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 DE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749808" cy="749808"/>
          </a:xfrm>
          <a:prstGeom prst="roundRect">
            <a:avLst>
              <a:gd name="adj" fmla="val 2439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0972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976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Treine a </a:t>
            </a:r>
            <a:pPr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</a:t>
            </a:r>
            <a:pPr indent="0" marL="0">
              <a:buNone/>
            </a:pPr>
            <a:r>
              <a:rPr lang="en-US" sz="3400" b="1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psicossocial sem mudança de comportamento dos gestores não se resolve no papel. Líderes precisam identificar sinais e agir antes do afastamento.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" y="4114800"/>
            <a:ext cx="7918704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4114800"/>
            <a:ext cx="54864" cy="8229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148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pequena precisa cumprir? Sim. A NR-1 vale para qualquer empresa com CLT.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" y="10607040"/>
            <a:ext cx="7918704" cy="18288"/>
          </a:xfrm>
          <a:prstGeom prst="rect">
            <a:avLst/>
          </a:prstGeom>
          <a:solidFill>
            <a:srgbClr val="E4DBCF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88152" y="10698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este checklist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pPr algn="ctr" indent="0" marL="0">
              <a:buNone/>
            </a:pPr>
            <a:r>
              <a:rPr lang="en-US" sz="3400" b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dias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0" y="43891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passam rápido.
</a:t>
            </a:r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agora.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NR-1 Psicossocial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Higilabor entrega: levantamento com instrumento validado, inventário integrado ao PGR e plano de ação completo.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0" y="7315200"/>
            <a:ext cx="4023360" cy="777240"/>
          </a:xfrm>
          <a:prstGeom prst="roundRect">
            <a:avLst>
              <a:gd name="adj" fmla="val 17647"/>
            </a:avLst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73152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Falar com a Higilabor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8412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higilabor.com.br — 15 minutos resolvem a dúvida.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8961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salve este post e compartilhe com seu RH.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10332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HIGILABOR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2026-04-10T03:18:27Z</dcterms:created>
  <dcterms:modified xsi:type="dcterms:W3CDTF">2026-04-10T03:18:27Z</dcterms:modified>
</cp:coreProperties>
</file>